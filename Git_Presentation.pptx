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9" r:id="rId7"/>
    <p:sldId id="262" r:id="rId8"/>
    <p:sldId id="286" r:id="rId9"/>
    <p:sldId id="265" r:id="rId10"/>
    <p:sldId id="287" r:id="rId11"/>
    <p:sldId id="264" r:id="rId12"/>
    <p:sldId id="263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9" r:id="rId25"/>
    <p:sldId id="280" r:id="rId26"/>
    <p:sldId id="288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avithaprakash/ADPCSE.git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avithaprakash/ADPCSE.gi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Version Control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Cloning </a:t>
            </a:r>
            <a:endParaRPr lang="en-IN" dirty="0"/>
          </a:p>
          <a:p>
            <a:r>
              <a:rPr dirty="0"/>
              <a:t> Committing </a:t>
            </a:r>
            <a:endParaRPr lang="en-IN" dirty="0"/>
          </a:p>
          <a:p>
            <a:r>
              <a:rPr dirty="0"/>
              <a:t> Branching </a:t>
            </a:r>
            <a:endParaRPr lang="en-IN"/>
          </a:p>
          <a:p>
            <a:r>
              <a:t> Merging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Version control tracks file changes</a:t>
            </a:r>
          </a:p>
          <a:p>
            <a:r>
              <a:t>Helps collaboration</a:t>
            </a:r>
          </a:p>
          <a:p>
            <a:r>
              <a:t>Maintains project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Distributed Version Control System</a:t>
            </a:r>
          </a:p>
          <a:p>
            <a:r>
              <a:t>Tracks source code changes</a:t>
            </a:r>
          </a:p>
          <a:p>
            <a:r>
              <a:t>Supports teamwork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</a:t>
            </a:r>
          </a:p>
          <a:p>
            <a:r>
              <a:t>Branching support</a:t>
            </a:r>
          </a:p>
          <a:p>
            <a:r>
              <a:t>Secure</a:t>
            </a:r>
          </a:p>
          <a:p>
            <a:r>
              <a:t>Distributed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Backup history</a:t>
            </a:r>
          </a:p>
          <a:p>
            <a:r>
              <a:t>Offline work</a:t>
            </a:r>
          </a:p>
          <a:p>
            <a:r>
              <a:t>Parallel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C6B2E-0F3B-5AE2-FDDD-59C481B1C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464E3-B012-9EC6-CE76-BDF61D5FC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Popular platforms:</a:t>
            </a:r>
          </a:p>
          <a:p>
            <a:r>
              <a:rPr lang="en-US" dirty="0"/>
              <a:t>GitHub </a:t>
            </a:r>
          </a:p>
          <a:p>
            <a:r>
              <a:rPr lang="en-US" dirty="0"/>
              <a:t>GitLab </a:t>
            </a:r>
          </a:p>
          <a:p>
            <a:r>
              <a:rPr lang="en-US" dirty="0"/>
              <a:t>Bitbucket </a:t>
            </a:r>
          </a:p>
          <a:p>
            <a:pPr marL="0" indent="0">
              <a:buNone/>
            </a:pPr>
            <a:r>
              <a:rPr lang="en-US" dirty="0"/>
              <a:t>These are cloud-based services where your code is stored online ☁️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3954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--version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D0A7C-2C44-7EBD-46B8-41E94E10C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origin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E639D-7EBF-43B8-337C-955CCF72B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git remote add origin </a:t>
            </a:r>
            <a:r>
              <a:rPr lang="en-US" sz="2400" dirty="0">
                <a:hlinkClick r:id="rId2"/>
              </a:rPr>
              <a:t>https://github.com/kavithaprakash/ADPCSE.git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IN" dirty="0"/>
              <a:t> git remote -v</a:t>
            </a:r>
          </a:p>
          <a:p>
            <a:r>
              <a:rPr lang="en-US" sz="2000" dirty="0"/>
              <a:t>origin  https://github.com/kavithaprakash/ADPCSE.git (fetch)</a:t>
            </a:r>
          </a:p>
          <a:p>
            <a:r>
              <a:rPr lang="en-US" sz="2000" dirty="0"/>
              <a:t>origin  https://github.com/kavithaprakash/ADPCSE.git (push)</a:t>
            </a:r>
          </a:p>
          <a:p>
            <a:endParaRPr 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4684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Clone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git clone repository-</a:t>
            </a:r>
            <a:r>
              <a:rPr dirty="0" err="1"/>
              <a:t>url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Git clone </a:t>
            </a:r>
            <a:r>
              <a:rPr lang="en-US" dirty="0">
                <a:hlinkClick r:id="rId2"/>
              </a:rPr>
              <a:t>https://github.com/kavithaprakash/ADPCSE.git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99377-0C75-9697-06A1-B9015D666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B8D6A-22C5-7AB5-0626-F7F7F7A03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Cd &lt;folder name&gt;</a:t>
            </a:r>
          </a:p>
        </p:txBody>
      </p:sp>
    </p:spTree>
    <p:extLst>
      <p:ext uri="{BB962C8B-B14F-4D97-AF65-F5344CB8AC3E}">
        <p14:creationId xmlns:p14="http://schemas.microsoft.com/office/powerpoint/2010/main" val="2008049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init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config --global user.name</a:t>
            </a:r>
          </a:p>
          <a:p>
            <a:r>
              <a:t> git config --global user.email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status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Staging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add file.txt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All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add 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commit -m 'message'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log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Branch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Branch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branch feature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Switch Branch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checkout feature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+ Switch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checkout -b feature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Merge Branch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checkout main</a:t>
            </a:r>
          </a:p>
          <a:p>
            <a:r>
              <a:t> git merge feature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push origin main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pull origin main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15E74-02E0-6770-039E-6F7E24927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AC684-65CE-3A81-AD5C-0AC59549F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cd </a:t>
            </a:r>
            <a:r>
              <a:rPr lang="en-IN" dirty="0" err="1"/>
              <a:t>myproject</a:t>
            </a:r>
            <a:br>
              <a:rPr lang="en-IN" dirty="0"/>
            </a:br>
            <a:r>
              <a:rPr lang="en-IN" dirty="0"/>
              <a:t>git </a:t>
            </a:r>
            <a:r>
              <a:rPr lang="en-IN" dirty="0" err="1"/>
              <a:t>init</a:t>
            </a:r>
            <a:br>
              <a:rPr lang="en-IN" dirty="0"/>
            </a:br>
            <a:r>
              <a:rPr lang="en-IN" dirty="0"/>
              <a:t>echo "Hello Git" &gt; file.txt</a:t>
            </a:r>
            <a:br>
              <a:rPr lang="en-IN" dirty="0"/>
            </a:br>
            <a:r>
              <a:rPr lang="en-IN" dirty="0"/>
              <a:t>git add .</a:t>
            </a:r>
            <a:br>
              <a:rPr lang="en-IN" dirty="0"/>
            </a:br>
            <a:r>
              <a:rPr lang="en-IN" dirty="0"/>
              <a:t>git commit -m "Initial commit"</a:t>
            </a:r>
            <a:br>
              <a:rPr lang="en-IN" dirty="0"/>
            </a:br>
            <a:r>
              <a:rPr lang="en-IN" dirty="0"/>
              <a:t>git remote add origin https://github.com/username/repo.git</a:t>
            </a:r>
            <a:br>
              <a:rPr lang="en-IN" dirty="0"/>
            </a:br>
            <a:r>
              <a:rPr lang="en-IN" dirty="0"/>
              <a:t>git branch -M main</a:t>
            </a:r>
            <a:br>
              <a:rPr lang="en-IN" dirty="0"/>
            </a:br>
            <a:r>
              <a:rPr lang="en-IN" dirty="0"/>
              <a:t>git push -u origin main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7375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295</Words>
  <Application>Microsoft Office PowerPoint</Application>
  <PresentationFormat>On-screen Show (4:3)</PresentationFormat>
  <Paragraphs>74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Git Version Control System</vt:lpstr>
      <vt:lpstr>Introduction</vt:lpstr>
      <vt:lpstr>What is Git?</vt:lpstr>
      <vt:lpstr>Features of Git</vt:lpstr>
      <vt:lpstr>Advantages</vt:lpstr>
      <vt:lpstr>PowerPoint Presentation</vt:lpstr>
      <vt:lpstr>Installing Git</vt:lpstr>
      <vt:lpstr>Set origin</vt:lpstr>
      <vt:lpstr>Git Clone</vt:lpstr>
      <vt:lpstr>PowerPoint Presentation</vt:lpstr>
      <vt:lpstr>Create Repository</vt:lpstr>
      <vt:lpstr>Git Configuration</vt:lpstr>
      <vt:lpstr>Check Status</vt:lpstr>
      <vt:lpstr>Staging Files</vt:lpstr>
      <vt:lpstr>Add All Files</vt:lpstr>
      <vt:lpstr>Commit</vt:lpstr>
      <vt:lpstr>View History</vt:lpstr>
      <vt:lpstr>Branch Concept</vt:lpstr>
      <vt:lpstr>Create Branch</vt:lpstr>
      <vt:lpstr>Switch Branch</vt:lpstr>
      <vt:lpstr>Create + Switch</vt:lpstr>
      <vt:lpstr>Merge Concept</vt:lpstr>
      <vt:lpstr>Merge Branch</vt:lpstr>
      <vt:lpstr>Push</vt:lpstr>
      <vt:lpstr>Pull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Prakash Dhasarathan</cp:lastModifiedBy>
  <cp:revision>4</cp:revision>
  <dcterms:created xsi:type="dcterms:W3CDTF">2013-01-27T09:14:16Z</dcterms:created>
  <dcterms:modified xsi:type="dcterms:W3CDTF">2026-03-30T04:40:05Z</dcterms:modified>
  <cp:category/>
</cp:coreProperties>
</file>