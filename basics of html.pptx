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Html-basics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Html-basic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Html-basic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Html-basic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Html-basic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Html-basic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Html-basic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Html-basic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Html-basic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Html-basic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Html-basic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Html-basic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Html-basic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Html-basic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Html-basic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Html-basics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Html-basics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Html-basics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Html-basics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Html-basics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Html-basics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Html-basics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Html-basics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Html-basics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Html-basics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Html-basics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Html-basics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Html-basics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Html-basics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Html-basics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Html-basics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Html-basics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Html-basics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Html-basics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-Html-basics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6-Html-basics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-Html-basics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-Html-basics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9-Html-basics-3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0-Html-basics-4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3-Html-basics-4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4-Html-basics-4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5-Html-basics-4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6-Html-basics-4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7-Html-basics-4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8-Html-basics-4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9-Html-basics-4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0-Html-basics-5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1-Html-basics-5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2-Html-basics-5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3-Html-basics-5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4-Html-basics-5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5-Html-basics-5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6-Html-basics-5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7-Html-basics-5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8-Html-basics-5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9-Html-basics-5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0-Html-basics-6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-Html-basics-6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2-Html-basics-6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3-Html-basics-6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4-Html-basics-6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5-Html-basics-6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6-Html-basics-6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7-Html-basics-6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0</Words>
  <Application>Microsoft Office PowerPoint</Application>
  <PresentationFormat>On-screen Show (4:3)</PresentationFormat>
  <Paragraphs>0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Prakash Dhasarathan</cp:lastModifiedBy>
  <cp:revision>2</cp:revision>
  <dcterms:created xsi:type="dcterms:W3CDTF">2013-01-27T09:14:16Z</dcterms:created>
  <dcterms:modified xsi:type="dcterms:W3CDTF">2026-02-26T05:05:16Z</dcterms:modified>
  <cp:category/>
</cp:coreProperties>
</file>